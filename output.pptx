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Contenido generado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¡Excelente elección! Unity es un motor de juegos muy popular y potente, ideal para crear juegos 2D y 3D. Aquí te presento los pasos básicos para crear un videojuego con Unity:</a:t>
            </a:r>
          </a:p>
          <a:p/>
          <a:p>
            <a:r>
              <a:t>**Requisitos previos**</a:t>
            </a:r>
          </a:p>
          <a:p/>
          <a:p>
            <a:r>
              <a:t>1. Descarga e instala Unity desde el sitio oficial: &lt;https://unity.com/get-unity&gt;</a:t>
            </a:r>
          </a:p>
          <a:p>
            <a:r>
              <a:t>2. Asegúrate de que tengas una cuenta de Unity y estás familiarizado con la interfaz de usuario.</a:t>
            </a:r>
          </a:p>
          <a:p>
            <a:r>
              <a:t>3. Si eres nuevo en Unity, te recomiendo comenzar con los tutoriales y recursos oficiales para aprender las fundamentales de Unity.</a:t>
            </a:r>
          </a:p>
          <a:p/>
          <a:p>
            <a:r>
              <a:t>**Paso 1: Crear un proyecto**</a:t>
            </a:r>
          </a:p>
          <a:p/>
          <a:p>
            <a:r>
              <a:t>1. Abre Unity y crea un nuevo proyecto seleccionando "2D" o "3D" según sea necesario.</a:t>
            </a:r>
          </a:p>
          <a:p>
            <a:r>
              <a:t>2. Elige el tipo de proyecto (por ejemplo, "Juego" o "Escaparate") y da un nombre a tu proyecto.</a:t>
            </a:r>
          </a:p>
          <a:p>
            <a:r>
              <a:t>3. Selecciona la carpeta donde deseas guardar tus archivos de proyecto.</a:t>
            </a:r>
          </a:p>
          <a:p/>
          <a:p>
            <a:r>
              <a:t>**Paso 2: Crear objetos y escenas**</a:t>
            </a:r>
          </a:p>
          <a:p/>
          <a:p>
            <a:r>
              <a:t>1. En Unity, una escena es el entorno en el que se desarrolla tu juego. Puedes crear múltiples escenas en un proyecto.</a:t>
            </a:r>
          </a:p>
          <a:p>
            <a:r>
              <a:t>2. Crea nuevos objetos (como sprites, meshes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